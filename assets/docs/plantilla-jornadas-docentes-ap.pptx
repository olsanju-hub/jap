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Roboto Bold" charset="1" panose="02000000000000000000"/>
      <p:regular r:id="rId9"/>
    </p:embeddedFont>
    <p:embeddedFont>
      <p:font typeface="Montserrat Bold" charset="1" panose="00000800000000000000"/>
      <p:regular r:id="rId10"/>
    </p:embeddedFont>
    <p:embeddedFont>
      <p:font typeface="Montserrat" charset="1" panose="00000500000000000000"/>
      <p:regular r:id="rId11"/>
    </p:embeddedFont>
    <p:embeddedFont>
      <p:font typeface="Montserrat Medium" charset="1" panose="00000600000000000000"/>
      <p:regular r:id="rId12"/>
    </p:embeddedFont>
    <p:embeddedFont>
      <p:font typeface="Canva Sans Medium" charset="1" panose="020B0603030501040103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24.pn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23" Target="../media/image29.png" Type="http://schemas.openxmlformats.org/officeDocument/2006/relationships/image"/><Relationship Id="rId24" Target="../media/image30.svg" Type="http://schemas.openxmlformats.org/officeDocument/2006/relationships/image"/><Relationship Id="rId25" Target="../media/image31.png" Type="http://schemas.openxmlformats.org/officeDocument/2006/relationships/image"/><Relationship Id="rId26" Target="../media/image32.png" Type="http://schemas.openxmlformats.org/officeDocument/2006/relationships/image"/><Relationship Id="rId27" Target="../media/image33.png" Type="http://schemas.openxmlformats.org/officeDocument/2006/relationships/image"/><Relationship Id="rId28" Target="../media/image34.png" Type="http://schemas.openxmlformats.org/officeDocument/2006/relationships/image"/><Relationship Id="rId29" Target="../media/image35.png" Type="http://schemas.openxmlformats.org/officeDocument/2006/relationships/image"/><Relationship Id="rId3" Target="../media/image9.png" Type="http://schemas.openxmlformats.org/officeDocument/2006/relationships/image"/><Relationship Id="rId30" Target="../media/image4.png" Type="http://schemas.openxmlformats.org/officeDocument/2006/relationships/image"/><Relationship Id="rId31" Target="../media/image5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88000" cy="10210966"/>
          </a:xfrm>
          <a:custGeom>
            <a:avLst/>
            <a:gdLst/>
            <a:ahLst/>
            <a:cxnLst/>
            <a:rect r="r" b="b" t="t" l="l"/>
            <a:pathLst>
              <a:path h="10210966" w="18288000">
                <a:moveTo>
                  <a:pt x="0" y="0"/>
                </a:moveTo>
                <a:lnTo>
                  <a:pt x="18288000" y="0"/>
                </a:lnTo>
                <a:lnTo>
                  <a:pt x="18288000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" t="0" r="-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0221" y="39872"/>
            <a:ext cx="5887779" cy="4678326"/>
          </a:xfrm>
          <a:custGeom>
            <a:avLst/>
            <a:gdLst/>
            <a:ahLst/>
            <a:cxnLst/>
            <a:rect r="r" b="b" t="t" l="l"/>
            <a:pathLst>
              <a:path h="4678326" w="5887779">
                <a:moveTo>
                  <a:pt x="0" y="0"/>
                </a:moveTo>
                <a:lnTo>
                  <a:pt x="5887779" y="0"/>
                </a:lnTo>
                <a:lnTo>
                  <a:pt x="5887779" y="4678326"/>
                </a:lnTo>
                <a:lnTo>
                  <a:pt x="0" y="4678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41302" y="39872"/>
            <a:ext cx="4146698" cy="3402419"/>
          </a:xfrm>
          <a:custGeom>
            <a:avLst/>
            <a:gdLst/>
            <a:ahLst/>
            <a:cxnLst/>
            <a:rect r="r" b="b" t="t" l="l"/>
            <a:pathLst>
              <a:path h="3402419" w="4146698">
                <a:moveTo>
                  <a:pt x="0" y="0"/>
                </a:moveTo>
                <a:lnTo>
                  <a:pt x="4146698" y="0"/>
                </a:lnTo>
                <a:lnTo>
                  <a:pt x="4146698" y="3402419"/>
                </a:lnTo>
                <a:lnTo>
                  <a:pt x="0" y="3402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3895" y="465174"/>
            <a:ext cx="2529030" cy="1913860"/>
          </a:xfrm>
          <a:custGeom>
            <a:avLst/>
            <a:gdLst/>
            <a:ahLst/>
            <a:cxnLst/>
            <a:rect r="r" b="b" t="t" l="l"/>
            <a:pathLst>
              <a:path h="1913860" w="2529030">
                <a:moveTo>
                  <a:pt x="0" y="0"/>
                </a:moveTo>
                <a:lnTo>
                  <a:pt x="2529030" y="0"/>
                </a:lnTo>
                <a:lnTo>
                  <a:pt x="2529030" y="1913861"/>
                </a:lnTo>
                <a:lnTo>
                  <a:pt x="0" y="1913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453" y="1384657"/>
            <a:ext cx="2604471" cy="3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129" b="true">
                <a:solidFill>
                  <a:srgbClr val="003F62"/>
                </a:solidFill>
                <a:latin typeface="Roboto Bold"/>
                <a:ea typeface="Roboto Bold"/>
                <a:cs typeface="Roboto Bold"/>
                <a:sym typeface="Roboto Bold"/>
              </a:rPr>
              <a:t>Jornadas Docentes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36000" y="1694915"/>
            <a:ext cx="2273266" cy="26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03F62"/>
                </a:solidFill>
                <a:latin typeface="Roboto Bold"/>
                <a:ea typeface="Roboto Bold"/>
                <a:cs typeface="Roboto Bold"/>
                <a:sym typeface="Roboto Bold"/>
              </a:rPr>
              <a:t>de Atención Primaria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226503" y="1859372"/>
            <a:ext cx="2877469" cy="158013"/>
          </a:xfrm>
          <a:custGeom>
            <a:avLst/>
            <a:gdLst/>
            <a:ahLst/>
            <a:cxnLst/>
            <a:rect r="r" b="b" t="t" l="l"/>
            <a:pathLst>
              <a:path h="158013" w="2877469">
                <a:moveTo>
                  <a:pt x="0" y="0"/>
                </a:moveTo>
                <a:lnTo>
                  <a:pt x="2877469" y="0"/>
                </a:lnTo>
                <a:lnTo>
                  <a:pt x="2877469" y="158012"/>
                </a:lnTo>
                <a:lnTo>
                  <a:pt x="0" y="1580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392" r="0" b="-539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4128" y="2685630"/>
            <a:ext cx="14740128" cy="268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3"/>
              </a:lnSpc>
            </a:pPr>
            <a:r>
              <a:rPr lang="en-US" sz="10383" b="true">
                <a:solidFill>
                  <a:srgbClr val="003F6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Titulo: Xxxxxxx</a:t>
            </a:r>
          </a:p>
          <a:p>
            <a:pPr algn="l">
              <a:lnSpc>
                <a:spcPts val="10383"/>
              </a:lnSpc>
            </a:pPr>
            <a:r>
              <a:rPr lang="en-US" sz="10383" b="true">
                <a:solidFill>
                  <a:srgbClr val="003F6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Xxxxxxx xxx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3895" y="5568802"/>
            <a:ext cx="15031779" cy="212651"/>
          </a:xfrm>
          <a:custGeom>
            <a:avLst/>
            <a:gdLst/>
            <a:ahLst/>
            <a:cxnLst/>
            <a:rect r="r" b="b" t="t" l="l"/>
            <a:pathLst>
              <a:path h="212651" w="15031779">
                <a:moveTo>
                  <a:pt x="0" y="0"/>
                </a:moveTo>
                <a:lnTo>
                  <a:pt x="15031779" y="0"/>
                </a:lnTo>
                <a:lnTo>
                  <a:pt x="15031779" y="212651"/>
                </a:lnTo>
                <a:lnTo>
                  <a:pt x="0" y="2126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128" y="5931479"/>
            <a:ext cx="13057632" cy="130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Jornadas Docentes de Atención Primaria</a:t>
            </a:r>
          </a:p>
          <a:p>
            <a:pPr algn="l">
              <a:lnSpc>
                <a:spcPts val="5218"/>
              </a:lnSpc>
            </a:pPr>
            <a:r>
              <a:rPr lang="en-US" sz="434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Programa anual de sesiones clínicas 2026-2027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3895" y="7695314"/>
            <a:ext cx="8067453" cy="1913860"/>
          </a:xfrm>
          <a:custGeom>
            <a:avLst/>
            <a:gdLst/>
            <a:ahLst/>
            <a:cxnLst/>
            <a:rect r="r" b="b" t="t" l="l"/>
            <a:pathLst>
              <a:path h="1913860" w="8067453">
                <a:moveTo>
                  <a:pt x="0" y="0"/>
                </a:moveTo>
                <a:lnTo>
                  <a:pt x="8067454" y="0"/>
                </a:lnTo>
                <a:lnTo>
                  <a:pt x="8067454" y="1913860"/>
                </a:lnTo>
                <a:lnTo>
                  <a:pt x="0" y="1913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98448" y="8046507"/>
            <a:ext cx="6986016" cy="119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261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Ponente: </a:t>
            </a:r>
            <a:r>
              <a:rPr lang="en-US" sz="261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Dr. Xxxxx Xxxxxx Xxxxxxxxx</a:t>
            </a:r>
          </a:p>
          <a:p>
            <a:pPr algn="l">
              <a:lnSpc>
                <a:spcPts val="3141"/>
              </a:lnSpc>
            </a:pPr>
            <a:r>
              <a:rPr lang="en-US" sz="261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Centro: </a:t>
            </a:r>
            <a:r>
              <a:rPr lang="en-US" sz="261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Centro de Salud Xxxxxxx</a:t>
            </a:r>
          </a:p>
          <a:p>
            <a:pPr algn="l">
              <a:lnSpc>
                <a:spcPts val="3141"/>
              </a:lnSpc>
            </a:pPr>
            <a:r>
              <a:rPr lang="en-US" sz="261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Fecha: 00/00/2026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88000" cy="10210966"/>
          </a:xfrm>
          <a:custGeom>
            <a:avLst/>
            <a:gdLst/>
            <a:ahLst/>
            <a:cxnLst/>
            <a:rect r="r" b="b" t="t" l="l"/>
            <a:pathLst>
              <a:path h="10210966" w="18288000">
                <a:moveTo>
                  <a:pt x="0" y="0"/>
                </a:moveTo>
                <a:lnTo>
                  <a:pt x="18288000" y="0"/>
                </a:lnTo>
                <a:lnTo>
                  <a:pt x="18288000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" t="0" r="-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9872"/>
            <a:ext cx="18288000" cy="10207256"/>
          </a:xfrm>
          <a:custGeom>
            <a:avLst/>
            <a:gdLst/>
            <a:ahLst/>
            <a:cxnLst/>
            <a:rect r="r" b="b" t="t" l="l"/>
            <a:pathLst>
              <a:path h="10207256" w="18288000">
                <a:moveTo>
                  <a:pt x="0" y="0"/>
                </a:moveTo>
                <a:lnTo>
                  <a:pt x="18288000" y="0"/>
                </a:lnTo>
                <a:lnTo>
                  <a:pt x="18288000" y="10207256"/>
                </a:lnTo>
                <a:lnTo>
                  <a:pt x="0" y="10207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54302" y="5595384"/>
            <a:ext cx="438593" cy="956930"/>
          </a:xfrm>
          <a:custGeom>
            <a:avLst/>
            <a:gdLst/>
            <a:ahLst/>
            <a:cxnLst/>
            <a:rect r="r" b="b" t="t" l="l"/>
            <a:pathLst>
              <a:path h="956930" w="438593">
                <a:moveTo>
                  <a:pt x="0" y="0"/>
                </a:moveTo>
                <a:lnTo>
                  <a:pt x="438593" y="0"/>
                </a:lnTo>
                <a:lnTo>
                  <a:pt x="438593" y="956930"/>
                </a:lnTo>
                <a:lnTo>
                  <a:pt x="0" y="956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04488" y="5595384"/>
            <a:ext cx="970221" cy="132907"/>
          </a:xfrm>
          <a:custGeom>
            <a:avLst/>
            <a:gdLst/>
            <a:ahLst/>
            <a:cxnLst/>
            <a:rect r="r" b="b" t="t" l="l"/>
            <a:pathLst>
              <a:path h="132907" w="970221">
                <a:moveTo>
                  <a:pt x="0" y="0"/>
                </a:moveTo>
                <a:lnTo>
                  <a:pt x="970221" y="0"/>
                </a:lnTo>
                <a:lnTo>
                  <a:pt x="970221" y="132907"/>
                </a:lnTo>
                <a:lnTo>
                  <a:pt x="0" y="132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41942" y="5648547"/>
            <a:ext cx="438593" cy="39872"/>
          </a:xfrm>
          <a:custGeom>
            <a:avLst/>
            <a:gdLst/>
            <a:ahLst/>
            <a:cxnLst/>
            <a:rect r="r" b="b" t="t" l="l"/>
            <a:pathLst>
              <a:path h="39872" w="438593">
                <a:moveTo>
                  <a:pt x="0" y="0"/>
                </a:moveTo>
                <a:lnTo>
                  <a:pt x="438593" y="0"/>
                </a:lnTo>
                <a:lnTo>
                  <a:pt x="438593" y="39872"/>
                </a:lnTo>
                <a:lnTo>
                  <a:pt x="0" y="39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80535" y="3335965"/>
            <a:ext cx="2910663" cy="4558709"/>
          </a:xfrm>
          <a:custGeom>
            <a:avLst/>
            <a:gdLst/>
            <a:ahLst/>
            <a:cxnLst/>
            <a:rect r="r" b="b" t="t" l="l"/>
            <a:pathLst>
              <a:path h="4558709" w="2910663">
                <a:moveTo>
                  <a:pt x="0" y="0"/>
                </a:moveTo>
                <a:lnTo>
                  <a:pt x="2910663" y="0"/>
                </a:lnTo>
                <a:lnTo>
                  <a:pt x="2910663" y="4558709"/>
                </a:lnTo>
                <a:lnTo>
                  <a:pt x="0" y="4558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93186" y="3721395"/>
            <a:ext cx="2498651" cy="1674628"/>
          </a:xfrm>
          <a:custGeom>
            <a:avLst/>
            <a:gdLst/>
            <a:ahLst/>
            <a:cxnLst/>
            <a:rect r="r" b="b" t="t" l="l"/>
            <a:pathLst>
              <a:path h="1674628" w="2498651">
                <a:moveTo>
                  <a:pt x="0" y="0"/>
                </a:moveTo>
                <a:lnTo>
                  <a:pt x="2498651" y="0"/>
                </a:lnTo>
                <a:lnTo>
                  <a:pt x="2498651" y="1674628"/>
                </a:lnTo>
                <a:lnTo>
                  <a:pt x="0" y="16746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71012" y="4385930"/>
            <a:ext cx="1196163" cy="1182872"/>
          </a:xfrm>
          <a:custGeom>
            <a:avLst/>
            <a:gdLst/>
            <a:ahLst/>
            <a:cxnLst/>
            <a:rect r="r" b="b" t="t" l="l"/>
            <a:pathLst>
              <a:path h="1182872" w="1196163">
                <a:moveTo>
                  <a:pt x="0" y="0"/>
                </a:moveTo>
                <a:lnTo>
                  <a:pt x="1196162" y="0"/>
                </a:lnTo>
                <a:lnTo>
                  <a:pt x="1196162" y="1182872"/>
                </a:lnTo>
                <a:lnTo>
                  <a:pt x="0" y="1182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606477" y="6035749"/>
            <a:ext cx="2538523" cy="81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407" b="true">
                <a:solidFill>
                  <a:srgbClr val="385F6E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Puntos clave y</a:t>
            </a:r>
          </a:p>
          <a:p>
            <a:pPr algn="ctr">
              <a:lnSpc>
                <a:spcPts val="3369"/>
              </a:lnSpc>
            </a:pPr>
            <a:r>
              <a:rPr lang="en-US" sz="2407" b="true">
                <a:solidFill>
                  <a:srgbClr val="385F6E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conclusiones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605977" y="5648547"/>
            <a:ext cx="385430" cy="39872"/>
          </a:xfrm>
          <a:custGeom>
            <a:avLst/>
            <a:gdLst/>
            <a:ahLst/>
            <a:cxnLst/>
            <a:rect r="r" b="b" t="t" l="l"/>
            <a:pathLst>
              <a:path h="39872" w="385430">
                <a:moveTo>
                  <a:pt x="0" y="0"/>
                </a:moveTo>
                <a:lnTo>
                  <a:pt x="385430" y="0"/>
                </a:lnTo>
                <a:lnTo>
                  <a:pt x="385430" y="39872"/>
                </a:lnTo>
                <a:lnTo>
                  <a:pt x="0" y="39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31279" y="3335965"/>
            <a:ext cx="2910663" cy="4558709"/>
          </a:xfrm>
          <a:custGeom>
            <a:avLst/>
            <a:gdLst/>
            <a:ahLst/>
            <a:cxnLst/>
            <a:rect r="r" b="b" t="t" l="l"/>
            <a:pathLst>
              <a:path h="4558709" w="2910663">
                <a:moveTo>
                  <a:pt x="0" y="0"/>
                </a:moveTo>
                <a:lnTo>
                  <a:pt x="2910663" y="0"/>
                </a:lnTo>
                <a:lnTo>
                  <a:pt x="2910663" y="4558709"/>
                </a:lnTo>
                <a:lnTo>
                  <a:pt x="0" y="45587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43930" y="3721395"/>
            <a:ext cx="2538523" cy="1727791"/>
          </a:xfrm>
          <a:custGeom>
            <a:avLst/>
            <a:gdLst/>
            <a:ahLst/>
            <a:cxnLst/>
            <a:rect r="r" b="b" t="t" l="l"/>
            <a:pathLst>
              <a:path h="1727791" w="2538523">
                <a:moveTo>
                  <a:pt x="0" y="0"/>
                </a:moveTo>
                <a:lnTo>
                  <a:pt x="2538523" y="0"/>
                </a:lnTo>
                <a:lnTo>
                  <a:pt x="2538523" y="1727791"/>
                </a:lnTo>
                <a:lnTo>
                  <a:pt x="0" y="172779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02140" y="4372640"/>
            <a:ext cx="1368942" cy="1222744"/>
          </a:xfrm>
          <a:custGeom>
            <a:avLst/>
            <a:gdLst/>
            <a:ahLst/>
            <a:cxnLst/>
            <a:rect r="r" b="b" t="t" l="l"/>
            <a:pathLst>
              <a:path h="1222744" w="1368942">
                <a:moveTo>
                  <a:pt x="0" y="0"/>
                </a:moveTo>
                <a:lnTo>
                  <a:pt x="1368941" y="0"/>
                </a:lnTo>
                <a:lnTo>
                  <a:pt x="1368941" y="1222744"/>
                </a:lnTo>
                <a:lnTo>
                  <a:pt x="0" y="12227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289823" y="6035749"/>
            <a:ext cx="2446738" cy="123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407" b="true">
                <a:solidFill>
                  <a:srgbClr val="395F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Criterios de</a:t>
            </a:r>
          </a:p>
          <a:p>
            <a:pPr algn="ctr">
              <a:lnSpc>
                <a:spcPts val="3370"/>
              </a:lnSpc>
            </a:pPr>
            <a:r>
              <a:rPr lang="en-US" sz="2407" b="true">
                <a:solidFill>
                  <a:srgbClr val="395F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derivación y</a:t>
            </a:r>
          </a:p>
          <a:p>
            <a:pPr algn="ctr">
              <a:lnSpc>
                <a:spcPts val="3370"/>
              </a:lnSpc>
            </a:pPr>
            <a:r>
              <a:rPr lang="en-US" sz="2407" b="true">
                <a:solidFill>
                  <a:srgbClr val="395F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seguimiento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82023" y="3335965"/>
            <a:ext cx="2923953" cy="4558709"/>
          </a:xfrm>
          <a:custGeom>
            <a:avLst/>
            <a:gdLst/>
            <a:ahLst/>
            <a:cxnLst/>
            <a:rect r="r" b="b" t="t" l="l"/>
            <a:pathLst>
              <a:path h="4558709" w="2923953">
                <a:moveTo>
                  <a:pt x="0" y="0"/>
                </a:moveTo>
                <a:lnTo>
                  <a:pt x="2923954" y="0"/>
                </a:lnTo>
                <a:lnTo>
                  <a:pt x="2923954" y="4558709"/>
                </a:lnTo>
                <a:lnTo>
                  <a:pt x="0" y="45587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07965" y="3721395"/>
            <a:ext cx="2485360" cy="1887279"/>
          </a:xfrm>
          <a:custGeom>
            <a:avLst/>
            <a:gdLst/>
            <a:ahLst/>
            <a:cxnLst/>
            <a:rect r="r" b="b" t="t" l="l"/>
            <a:pathLst>
              <a:path h="1887279" w="2485360">
                <a:moveTo>
                  <a:pt x="0" y="0"/>
                </a:moveTo>
                <a:lnTo>
                  <a:pt x="2485361" y="0"/>
                </a:lnTo>
                <a:lnTo>
                  <a:pt x="2485361" y="1887279"/>
                </a:lnTo>
                <a:lnTo>
                  <a:pt x="0" y="188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00360" y="5929423"/>
            <a:ext cx="1940442" cy="167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406" b="true">
                <a:solidFill>
                  <a:srgbClr val="3960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Aplicacion</a:t>
            </a:r>
          </a:p>
          <a:p>
            <a:pPr algn="ctr">
              <a:lnSpc>
                <a:spcPts val="3369"/>
              </a:lnSpc>
            </a:pPr>
            <a:r>
              <a:rPr lang="en-US" sz="2406" b="true">
                <a:solidFill>
                  <a:srgbClr val="3960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práctica en</a:t>
            </a:r>
          </a:p>
          <a:p>
            <a:pPr algn="ctr">
              <a:lnSpc>
                <a:spcPts val="3369"/>
              </a:lnSpc>
            </a:pPr>
            <a:r>
              <a:rPr lang="en-US" sz="2406" b="true">
                <a:solidFill>
                  <a:srgbClr val="3960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Atención</a:t>
            </a:r>
          </a:p>
          <a:p>
            <a:pPr algn="ctr">
              <a:lnSpc>
                <a:spcPts val="3369"/>
              </a:lnSpc>
            </a:pPr>
            <a:r>
              <a:rPr lang="en-US" sz="2406" b="true">
                <a:solidFill>
                  <a:srgbClr val="39606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Primaria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0" y="6512442"/>
            <a:ext cx="6432698" cy="3734686"/>
          </a:xfrm>
          <a:custGeom>
            <a:avLst/>
            <a:gdLst/>
            <a:ahLst/>
            <a:cxnLst/>
            <a:rect r="r" b="b" t="t" l="l"/>
            <a:pathLst>
              <a:path h="3734686" w="6432698">
                <a:moveTo>
                  <a:pt x="0" y="0"/>
                </a:moveTo>
                <a:lnTo>
                  <a:pt x="6432698" y="0"/>
                </a:lnTo>
                <a:lnTo>
                  <a:pt x="6432698" y="3734686"/>
                </a:lnTo>
                <a:lnTo>
                  <a:pt x="0" y="373468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3640" y="3216349"/>
            <a:ext cx="3003698" cy="4704907"/>
          </a:xfrm>
          <a:custGeom>
            <a:avLst/>
            <a:gdLst/>
            <a:ahLst/>
            <a:cxnLst/>
            <a:rect r="r" b="b" t="t" l="l"/>
            <a:pathLst>
              <a:path h="4704907" w="3003698">
                <a:moveTo>
                  <a:pt x="0" y="0"/>
                </a:moveTo>
                <a:lnTo>
                  <a:pt x="3003697" y="0"/>
                </a:lnTo>
                <a:lnTo>
                  <a:pt x="3003697" y="4704907"/>
                </a:lnTo>
                <a:lnTo>
                  <a:pt x="0" y="47049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36035" y="3721395"/>
            <a:ext cx="2153093" cy="1873988"/>
          </a:xfrm>
          <a:custGeom>
            <a:avLst/>
            <a:gdLst/>
            <a:ahLst/>
            <a:cxnLst/>
            <a:rect r="r" b="b" t="t" l="l"/>
            <a:pathLst>
              <a:path h="1873988" w="2153093">
                <a:moveTo>
                  <a:pt x="0" y="0"/>
                </a:moveTo>
                <a:lnTo>
                  <a:pt x="2153093" y="0"/>
                </a:lnTo>
                <a:lnTo>
                  <a:pt x="2153093" y="1873989"/>
                </a:lnTo>
                <a:lnTo>
                  <a:pt x="0" y="187398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08814" y="6035749"/>
            <a:ext cx="2139802" cy="81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407" b="true">
                <a:solidFill>
                  <a:srgbClr val="2F56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Caso clínico</a:t>
            </a:r>
          </a:p>
          <a:p>
            <a:pPr algn="ctr">
              <a:lnSpc>
                <a:spcPts val="3369"/>
              </a:lnSpc>
            </a:pPr>
            <a:r>
              <a:rPr lang="en-US" sz="2407" b="true">
                <a:solidFill>
                  <a:srgbClr val="2F56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inicial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292895" y="3216349"/>
            <a:ext cx="2990407" cy="4704907"/>
          </a:xfrm>
          <a:custGeom>
            <a:avLst/>
            <a:gdLst/>
            <a:ahLst/>
            <a:cxnLst/>
            <a:rect r="r" b="b" t="t" l="l"/>
            <a:pathLst>
              <a:path h="4704907" w="2990407">
                <a:moveTo>
                  <a:pt x="0" y="0"/>
                </a:moveTo>
                <a:lnTo>
                  <a:pt x="2990407" y="0"/>
                </a:lnTo>
                <a:lnTo>
                  <a:pt x="2990407" y="4704907"/>
                </a:lnTo>
                <a:lnTo>
                  <a:pt x="0" y="470490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58709" y="3721395"/>
            <a:ext cx="2498651" cy="1674628"/>
          </a:xfrm>
          <a:custGeom>
            <a:avLst/>
            <a:gdLst/>
            <a:ahLst/>
            <a:cxnLst/>
            <a:rect r="r" b="b" t="t" l="l"/>
            <a:pathLst>
              <a:path h="1674628" w="2498651">
                <a:moveTo>
                  <a:pt x="0" y="0"/>
                </a:moveTo>
                <a:lnTo>
                  <a:pt x="2498651" y="0"/>
                </a:lnTo>
                <a:lnTo>
                  <a:pt x="2498651" y="1674628"/>
                </a:lnTo>
                <a:lnTo>
                  <a:pt x="0" y="167462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356151" y="4439093"/>
            <a:ext cx="890477" cy="1143000"/>
          </a:xfrm>
          <a:custGeom>
            <a:avLst/>
            <a:gdLst/>
            <a:ahLst/>
            <a:cxnLst/>
            <a:rect r="r" b="b" t="t" l="l"/>
            <a:pathLst>
              <a:path h="1143000" w="890477">
                <a:moveTo>
                  <a:pt x="0" y="0"/>
                </a:moveTo>
                <a:lnTo>
                  <a:pt x="890477" y="0"/>
                </a:lnTo>
                <a:lnTo>
                  <a:pt x="890477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811233" y="6035749"/>
            <a:ext cx="2046767" cy="82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406" b="true">
                <a:solidFill>
                  <a:srgbClr val="335A6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Revisión de</a:t>
            </a:r>
          </a:p>
          <a:p>
            <a:pPr algn="ctr">
              <a:lnSpc>
                <a:spcPts val="3369"/>
              </a:lnSpc>
            </a:pPr>
            <a:r>
              <a:rPr lang="en-US" sz="2406" b="true">
                <a:solidFill>
                  <a:srgbClr val="335A6A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evidencia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270012" y="5648547"/>
            <a:ext cx="398721" cy="39872"/>
          </a:xfrm>
          <a:custGeom>
            <a:avLst/>
            <a:gdLst/>
            <a:ahLst/>
            <a:cxnLst/>
            <a:rect r="r" b="b" t="t" l="l"/>
            <a:pathLst>
              <a:path h="39872" w="398721">
                <a:moveTo>
                  <a:pt x="0" y="0"/>
                </a:moveTo>
                <a:lnTo>
                  <a:pt x="398721" y="0"/>
                </a:lnTo>
                <a:lnTo>
                  <a:pt x="398721" y="39872"/>
                </a:lnTo>
                <a:lnTo>
                  <a:pt x="0" y="3987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907465" y="5648547"/>
            <a:ext cx="398721" cy="39872"/>
          </a:xfrm>
          <a:custGeom>
            <a:avLst/>
            <a:gdLst/>
            <a:ahLst/>
            <a:cxnLst/>
            <a:rect r="r" b="b" t="t" l="l"/>
            <a:pathLst>
              <a:path h="39872" w="398721">
                <a:moveTo>
                  <a:pt x="0" y="0"/>
                </a:moveTo>
                <a:lnTo>
                  <a:pt x="398721" y="0"/>
                </a:lnTo>
                <a:lnTo>
                  <a:pt x="398721" y="39872"/>
                </a:lnTo>
                <a:lnTo>
                  <a:pt x="0" y="3987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291" y="5648547"/>
            <a:ext cx="956930" cy="39872"/>
          </a:xfrm>
          <a:custGeom>
            <a:avLst/>
            <a:gdLst/>
            <a:ahLst/>
            <a:cxnLst/>
            <a:rect r="r" b="b" t="t" l="l"/>
            <a:pathLst>
              <a:path h="39872" w="956930">
                <a:moveTo>
                  <a:pt x="0" y="0"/>
                </a:moveTo>
                <a:lnTo>
                  <a:pt x="956930" y="0"/>
                </a:lnTo>
                <a:lnTo>
                  <a:pt x="956930" y="39872"/>
                </a:lnTo>
                <a:lnTo>
                  <a:pt x="0" y="3987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36674" y="683142"/>
            <a:ext cx="9030723" cy="96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1"/>
              </a:lnSpc>
            </a:pPr>
            <a:r>
              <a:rPr lang="en-US" sz="5651" b="true">
                <a:solidFill>
                  <a:srgbClr val="2556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Hoja de ruta de la sesion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0" y="9227886"/>
            <a:ext cx="3310753" cy="864453"/>
            <a:chOff x="0" y="0"/>
            <a:chExt cx="4414338" cy="11526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3083" cy="1152604"/>
            </a:xfrm>
            <a:custGeom>
              <a:avLst/>
              <a:gdLst/>
              <a:ahLst/>
              <a:cxnLst/>
              <a:rect r="r" b="b" t="t" l="l"/>
              <a:pathLst>
                <a:path h="1152604" w="1523083">
                  <a:moveTo>
                    <a:pt x="0" y="0"/>
                  </a:moveTo>
                  <a:lnTo>
                    <a:pt x="1523083" y="0"/>
                  </a:lnTo>
                  <a:lnTo>
                    <a:pt x="1523083" y="1152604"/>
                  </a:lnTo>
                  <a:lnTo>
                    <a:pt x="0" y="115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1682795" y="301846"/>
              <a:ext cx="2616948" cy="315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5"/>
                </a:lnSpc>
              </a:pPr>
              <a:r>
                <a:rPr lang="en-US" sz="1604" b="true">
                  <a:solidFill>
                    <a:srgbClr val="003F6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Jornadas Docentes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834064" y="604066"/>
              <a:ext cx="2284157" cy="257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26"/>
                </a:lnSpc>
              </a:pPr>
              <a:r>
                <a:rPr lang="en-US" sz="1272" b="true">
                  <a:solidFill>
                    <a:srgbClr val="003F6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 Atención Primaria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1523083" y="769264"/>
              <a:ext cx="2891254" cy="158770"/>
            </a:xfrm>
            <a:custGeom>
              <a:avLst/>
              <a:gdLst/>
              <a:ahLst/>
              <a:cxnLst/>
              <a:rect r="r" b="b" t="t" l="l"/>
              <a:pathLst>
                <a:path h="158770" w="2891254">
                  <a:moveTo>
                    <a:pt x="0" y="0"/>
                  </a:moveTo>
                  <a:lnTo>
                    <a:pt x="2891255" y="0"/>
                  </a:lnTo>
                  <a:lnTo>
                    <a:pt x="2891255" y="158770"/>
                  </a:lnTo>
                  <a:lnTo>
                    <a:pt x="0" y="158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-5392" r="0" b="-5392"/>
              </a:stretch>
            </a:blipFill>
          </p:spPr>
        </p:sp>
      </p:grpSp>
      <p:sp>
        <p:nvSpPr>
          <p:cNvPr name="AutoShape 36" id="36"/>
          <p:cNvSpPr/>
          <p:nvPr/>
        </p:nvSpPr>
        <p:spPr>
          <a:xfrm flipV="true">
            <a:off x="1021097" y="1890120"/>
            <a:ext cx="17254364" cy="0"/>
          </a:xfrm>
          <a:prstGeom prst="line">
            <a:avLst/>
          </a:prstGeom>
          <a:ln cap="flat" w="3810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V="true">
            <a:off x="1033636" y="1954936"/>
            <a:ext cx="17254364" cy="0"/>
          </a:xfrm>
          <a:prstGeom prst="line">
            <a:avLst/>
          </a:prstGeom>
          <a:ln cap="flat" w="952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017"/>
            <a:ext cx="18288000" cy="10210966"/>
          </a:xfrm>
          <a:custGeom>
            <a:avLst/>
            <a:gdLst/>
            <a:ahLst/>
            <a:cxnLst/>
            <a:rect r="r" b="b" t="t" l="l"/>
            <a:pathLst>
              <a:path h="10210966" w="18288000">
                <a:moveTo>
                  <a:pt x="0" y="0"/>
                </a:moveTo>
                <a:lnTo>
                  <a:pt x="18288000" y="0"/>
                </a:lnTo>
                <a:lnTo>
                  <a:pt x="18288000" y="10210966"/>
                </a:lnTo>
                <a:lnTo>
                  <a:pt x="0" y="1021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" t="0" r="-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0221" y="39872"/>
            <a:ext cx="5887779" cy="4678326"/>
          </a:xfrm>
          <a:custGeom>
            <a:avLst/>
            <a:gdLst/>
            <a:ahLst/>
            <a:cxnLst/>
            <a:rect r="r" b="b" t="t" l="l"/>
            <a:pathLst>
              <a:path h="4678326" w="5887779">
                <a:moveTo>
                  <a:pt x="0" y="0"/>
                </a:moveTo>
                <a:lnTo>
                  <a:pt x="5887779" y="0"/>
                </a:lnTo>
                <a:lnTo>
                  <a:pt x="5887779" y="4678326"/>
                </a:lnTo>
                <a:lnTo>
                  <a:pt x="0" y="4678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41302" y="39872"/>
            <a:ext cx="4146698" cy="3402419"/>
          </a:xfrm>
          <a:custGeom>
            <a:avLst/>
            <a:gdLst/>
            <a:ahLst/>
            <a:cxnLst/>
            <a:rect r="r" b="b" t="t" l="l"/>
            <a:pathLst>
              <a:path h="3402419" w="4146698">
                <a:moveTo>
                  <a:pt x="0" y="0"/>
                </a:moveTo>
                <a:lnTo>
                  <a:pt x="4146698" y="0"/>
                </a:lnTo>
                <a:lnTo>
                  <a:pt x="4146698" y="3402419"/>
                </a:lnTo>
                <a:lnTo>
                  <a:pt x="0" y="3402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6674" y="683142"/>
            <a:ext cx="9030723" cy="96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1"/>
              </a:lnSpc>
            </a:pPr>
            <a:r>
              <a:rPr lang="en-US" sz="5651" b="true">
                <a:solidFill>
                  <a:srgbClr val="2556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Titulo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821" y="2569256"/>
            <a:ext cx="2153175" cy="56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5566A"/>
                </a:solidFill>
                <a:latin typeface="Canva Sans"/>
                <a:ea typeface="Canva Sans"/>
                <a:cs typeface="Canva Sans"/>
                <a:sym typeface="Canva Sans"/>
              </a:rPr>
              <a:t>Contenido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227886"/>
            <a:ext cx="3310753" cy="864453"/>
            <a:chOff x="0" y="0"/>
            <a:chExt cx="4414338" cy="1152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3083" cy="1152604"/>
            </a:xfrm>
            <a:custGeom>
              <a:avLst/>
              <a:gdLst/>
              <a:ahLst/>
              <a:cxnLst/>
              <a:rect r="r" b="b" t="t" l="l"/>
              <a:pathLst>
                <a:path h="1152604" w="1523083">
                  <a:moveTo>
                    <a:pt x="0" y="0"/>
                  </a:moveTo>
                  <a:lnTo>
                    <a:pt x="1523083" y="0"/>
                  </a:lnTo>
                  <a:lnTo>
                    <a:pt x="1523083" y="1152604"/>
                  </a:lnTo>
                  <a:lnTo>
                    <a:pt x="0" y="115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682795" y="301846"/>
              <a:ext cx="2616948" cy="315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5"/>
                </a:lnSpc>
              </a:pPr>
              <a:r>
                <a:rPr lang="en-US" sz="1604" b="true">
                  <a:solidFill>
                    <a:srgbClr val="003F6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Jornadas Docentes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834064" y="604066"/>
              <a:ext cx="2284157" cy="257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26"/>
                </a:lnSpc>
              </a:pPr>
              <a:r>
                <a:rPr lang="en-US" sz="1272" b="true">
                  <a:solidFill>
                    <a:srgbClr val="003F6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 Atención Primaria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1523083" y="769264"/>
              <a:ext cx="2891254" cy="158770"/>
            </a:xfrm>
            <a:custGeom>
              <a:avLst/>
              <a:gdLst/>
              <a:ahLst/>
              <a:cxnLst/>
              <a:rect r="r" b="b" t="t" l="l"/>
              <a:pathLst>
                <a:path h="158770" w="2891254">
                  <a:moveTo>
                    <a:pt x="0" y="0"/>
                  </a:moveTo>
                  <a:lnTo>
                    <a:pt x="2891255" y="0"/>
                  </a:lnTo>
                  <a:lnTo>
                    <a:pt x="2891255" y="158770"/>
                  </a:lnTo>
                  <a:lnTo>
                    <a:pt x="0" y="158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392" r="0" b="-5392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flipV="true">
            <a:off x="1021097" y="1890120"/>
            <a:ext cx="17254364" cy="0"/>
          </a:xfrm>
          <a:prstGeom prst="line">
            <a:avLst/>
          </a:prstGeom>
          <a:ln cap="flat" w="3810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033636" y="1954936"/>
            <a:ext cx="17254364" cy="0"/>
          </a:xfrm>
          <a:prstGeom prst="line">
            <a:avLst/>
          </a:prstGeom>
          <a:ln cap="flat" w="952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DAHKVSdoESE</dc:identifier>
  <dcterms:modified xsi:type="dcterms:W3CDTF">2011-08-01T06:04:30Z</dcterms:modified>
  <cp:revision>1</cp:revision>
  <dc:title>Titulo</dc:title>
</cp:coreProperties>
</file>